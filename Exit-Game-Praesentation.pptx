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0912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5583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0256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7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34272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38944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43616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48288" y="4572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10912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5583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0256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7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38944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43616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48288" y="141732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10912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15583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0256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24927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4272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38944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43616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48288" y="237744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10912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15583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0256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24927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4272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38944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43616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48288" y="333756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10912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15583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20256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24927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4272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38944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43616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48288" y="429768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10912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15583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20256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24927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29600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34272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38944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643616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48288" y="5257800"/>
            <a:ext cx="54864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128016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39D353"/>
                </a:solidFill>
              </a:rPr>
              <a:t>EXIT-GAME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21488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Projektumsetzung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2852928"/>
            <a:ext cx="3291840" cy="3657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29718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1D9"/>
                </a:solidFill>
              </a:rPr>
              <a:t>Unity-basiertes Escape-Game
mit Arduino-Interaktion,
NPC-Dialogen und
testgetriebener Entwicklung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120640"/>
            <a:ext cx="77724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8" y="5138928"/>
            <a:ext cx="75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Unity 2022+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88719" y="5120640"/>
            <a:ext cx="77724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07007" y="5138928"/>
            <a:ext cx="75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C# / .NET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5120640"/>
            <a:ext cx="77724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5138928"/>
            <a:ext cx="75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Arduino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26079" y="5120640"/>
            <a:ext cx="77724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44368" y="5138928"/>
            <a:ext cx="75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TDD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3440" y="164592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663440" y="1645920"/>
            <a:ext cx="2194560" cy="5486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00600" y="1755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9D353"/>
                </a:solidFill>
              </a:rPr>
              <a:t>L1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2359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Zelle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164592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32320" y="1645920"/>
            <a:ext cx="21945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80" y="1755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8A6FF"/>
                </a:solidFill>
              </a:rPr>
              <a:t>L2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9480" y="2359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948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Abstellr.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01200" y="164592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01200" y="1645920"/>
            <a:ext cx="2194560" cy="54864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38360" y="175564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FC4"/>
                </a:solidFill>
              </a:rPr>
              <a:t>L3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8360" y="23591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3836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Bibliothek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63440" y="384048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63440" y="3840480"/>
            <a:ext cx="2194560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00600" y="3950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C040"/>
                </a:solidFill>
              </a:rPr>
              <a:t>L4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00600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00600" y="4864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Computer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32320" y="384048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32320" y="3840480"/>
            <a:ext cx="2194560" cy="54864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69480" y="3950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A66FF"/>
                </a:solidFill>
              </a:rPr>
              <a:t>L5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69480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4864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Werkstatt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01200" y="3840480"/>
            <a:ext cx="2194560" cy="18288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601200" y="3840480"/>
            <a:ext cx="219456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38360" y="3950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5C5C"/>
                </a:solidFill>
              </a:rPr>
              <a:t>L6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8360" y="45537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Level 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38360" y="4864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Tor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0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TH Köln · Sommersemester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Projektüberblick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Was bauen wir – und warum?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074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486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29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95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Escape-Game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743200"/>
            <a:ext cx="32004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85292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Prison Cell → Storage Room
→ Library → Computer
→ Workshop → Final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72160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Aufeinander aufbauende
Puzzle-Mechaniken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590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Jedes Level ein eigener
Scene-Build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417320"/>
            <a:ext cx="3749039" cy="5074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417320"/>
            <a:ext cx="3749039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029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Hybrid-Ansatz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395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3D + UI + Hardware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6551" y="2743200"/>
            <a:ext cx="32004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1" y="285292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3D-Szenen (Level 1–2, 5–6)
für immersives Erlebnis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372160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UI-Panels (Level 3–6)
für Puzzle-Fokus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4590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Arduino-Sensoren für echte
physische Interaktion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417320"/>
            <a:ext cx="3749039" cy="5074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417320"/>
            <a:ext cx="3749039" cy="54864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15087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029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Technisch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23957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Modular &amp; Testbar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8471" y="2743200"/>
            <a:ext cx="32004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285292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Singleton-Architektur
(GameManager, ArduinoBridge)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372160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Event-driven Kommunikation
zwischen Komponenten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459028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▸  Test-driven Development
(EditMode + PlayMode Tests)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Technologiestack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Eingesetzte Technologien und Frameworks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1148" cy="2286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270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Unity 2022+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9D353"/>
                </a:solidFill>
              </a:rPr>
              <a:t>Game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3D-Szenen, UI-Panels, Physics, Input System, Play/Edit Mode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173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41148" cy="2286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27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5270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C# / 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8745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</a:rPr>
              <a:t>Sprache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MonoBehaviour Lifecycle, Coroutines, Async Threads, LINQ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4173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417320"/>
            <a:ext cx="41148" cy="228600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27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5270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TextMeshPro + Unity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74519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FC4"/>
                </a:solidFill>
              </a:rPr>
              <a:t>Rendering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Canvas-basierte Panels, Typewriter-Dialoge, Responsive Buttons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931920"/>
            <a:ext cx="41148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41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Unity Input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891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C040"/>
                </a:solidFill>
              </a:rPr>
              <a:t>Eingabe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Keyboard, Mouse, Gamepad – kompatibel mit allen Level-Steuerungen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9319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931920"/>
            <a:ext cx="41148" cy="22860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4041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Arduino + SerialPort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43891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C5C"/>
                </a:solidFill>
              </a:rPr>
              <a:t>Hardware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8006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System.IO.Ports, dedizierter Background Thread, Hex-Protokoll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931920"/>
            <a:ext cx="3749039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3931920"/>
            <a:ext cx="41148" cy="2286000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041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416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NUnit / Unity Test Runner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891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66FF"/>
                </a:solidFill>
              </a:rPr>
              <a:t>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006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EditMode &amp; PlayMode Tests, Mindestabdeckung pro Level definiert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Virtuelles Agenten-Team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Interne Rollenverteilung für koordinierte Entwicklung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2560320"/>
            <a:ext cx="3200400" cy="21945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2560320"/>
            <a:ext cx="320040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6700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5C5C"/>
                </a:solidFill>
              </a:rPr>
              <a:t>HEAD OF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12724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D1D9"/>
                </a:solidFill>
              </a:rPr>
              <a:t>Koordiniert alle Rollen
Owns Git commits &amp; Final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280160"/>
            <a:ext cx="283464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280160"/>
            <a:ext cx="2834640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8988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47088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Scene hierarchy
Data flow
System design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280160"/>
            <a:ext cx="283464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1280160"/>
            <a:ext cx="2834640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38988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</a:rPr>
              <a:t>UNITY-EXPERT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47088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MonoBehaviour lifecycle
Physics &amp; UI
Animation &amp; Input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251960"/>
            <a:ext cx="283464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251960"/>
            <a:ext cx="2834640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36168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61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FC4"/>
                </a:solidFill>
              </a:rPr>
              <a:t>ARDUINO-BRIDGE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18888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Serial communication layer
Sensor protocol
Async data handling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4251960"/>
            <a:ext cx="283464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32520" y="4251960"/>
            <a:ext cx="2834640" cy="5029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36168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61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040"/>
                </a:solidFill>
              </a:rPr>
              <a:t>QA-ENGINEER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818888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Edit/Play Mode Tests
Regression checks
Performance profiling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331720"/>
            <a:ext cx="14630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2331720"/>
            <a:ext cx="14630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63240" y="4645152"/>
            <a:ext cx="14630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4645152"/>
            <a:ext cx="14630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49E"/>
                </a:solidFill>
              </a:rPr>
              <a:t>Jede Rolle bündelt Expertise → alle arbeiten am selben Codebase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Projektarchitektur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Szenenstruktur, Singletons und Kommunikationsfluss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1612880" cy="32004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SZENEN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27432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743200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01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Level1.unity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12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9D353"/>
                </a:solidFill>
              </a:rPr>
              <a:t>Prison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828800"/>
            <a:ext cx="27432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1828800"/>
            <a:ext cx="2743200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901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Level2.unity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12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</a:rPr>
              <a:t>Storage Room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828800"/>
            <a:ext cx="27432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828800"/>
            <a:ext cx="2743200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01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GameLevel.unity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212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FC4"/>
                </a:solidFill>
              </a:rPr>
              <a:t>Level 3–6 Panels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3416" y="1828800"/>
            <a:ext cx="27432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1828800"/>
            <a:ext cx="2743200" cy="50292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9019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SampleScene.unity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212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Sandbox / Testing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761488"/>
            <a:ext cx="36576" cy="41148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108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00400"/>
            <a:ext cx="11612880" cy="32004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46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CORE SINGLETONS (DontDestroyOnLoad)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66160"/>
            <a:ext cx="3520440" cy="13716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566160"/>
            <a:ext cx="3520440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53"/>
                </a:solidFill>
              </a:rPr>
              <a:t>GameManager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400507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Level-Progression
CompleteCurrentLevel()
Panel-Activation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3566160"/>
            <a:ext cx="3520440" cy="13716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9080" y="3566160"/>
            <a:ext cx="3520440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8808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BigYahuDialogSystem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8808" y="400507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Typewriter-Dialog
Portrait &amp; Audio
Callback-Chain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566160"/>
            <a:ext cx="3520440" cy="137160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3566160"/>
            <a:ext cx="3520440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FC4"/>
                </a:solidFill>
              </a:rPr>
              <a:t>ArduinoBridge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4005072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Serial / TCP
Background Thread
Event-Dispatch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983480"/>
            <a:ext cx="36576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51663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85232"/>
            <a:ext cx="11612880" cy="292608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2180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LEVEL-SCRIPTS + UI PANELS +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623560"/>
            <a:ext cx="352044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623560"/>
            <a:ext cx="3520440" cy="4114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68756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Level Scripts
Level{N}_{Desc}.cs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5623560"/>
            <a:ext cx="352044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69080" y="5623560"/>
            <a:ext cx="3520440" cy="411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78808" y="568756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UI Panels
Canvas / TMP / Button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5623560"/>
            <a:ext cx="352044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8120" y="5623560"/>
            <a:ext cx="3520440" cy="411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27848" y="568756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Tests
EditMode + PlayMode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Level-Umsetzung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6 Level — je eigenständig, vollständig konfiguriert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280160" cy="384048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813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417320"/>
            <a:ext cx="2194560" cy="384048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48132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Szene /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417320"/>
            <a:ext cx="4023360" cy="384048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48132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3611880" cy="384048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481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Arduino 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47088"/>
            <a:ext cx="12801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47088"/>
            <a:ext cx="36576" cy="630936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1920240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L1 – Zelle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1847088"/>
            <a:ext cx="21945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192024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Level1.unity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847088"/>
            <a:ext cx="40233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79" y="1920240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Level1_Cell.cs
ToiletInteraction.cs
NumpadController.cs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847088"/>
            <a:ext cx="361188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2024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14600"/>
            <a:ext cx="12801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36576" cy="63093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587752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L2 – Abstellr.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2514600"/>
            <a:ext cx="21945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2587752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Level2.unity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2514600"/>
            <a:ext cx="40233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79" y="2587752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Level2_DustWall.cs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2514600"/>
            <a:ext cx="361188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587752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Humidity Sensor
(Blow Detection)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82112"/>
            <a:ext cx="12801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182112"/>
            <a:ext cx="36576" cy="630936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255264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L3 – Bibliothek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3182112"/>
            <a:ext cx="21945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3255264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GameLevel (Panel)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3182112"/>
            <a:ext cx="40233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79" y="3255264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Level3_ColorCode.cs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182112"/>
            <a:ext cx="361188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3255264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Color Sensor
(Sequence Scan)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849624"/>
            <a:ext cx="12801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3849624"/>
            <a:ext cx="36576" cy="63093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3922776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L4 – Computer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91640" y="3849624"/>
            <a:ext cx="21945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3922776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GameLevel (Panel)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77639" y="3849624"/>
            <a:ext cx="40233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79" y="3922776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Level4_StealthMinigame.cs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3849624"/>
            <a:ext cx="361188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3922776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517136"/>
            <a:ext cx="12801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517136"/>
            <a:ext cx="36576" cy="630936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4590288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L5 – Werkstatt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640" y="4517136"/>
            <a:ext cx="21945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83080" y="4590288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GameLevel (Panel)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4517136"/>
            <a:ext cx="402336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69079" y="4590288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Level5_Breadboard.cs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4517136"/>
            <a:ext cx="3611880" cy="6309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79" y="4590288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Breadboard I/O
(Circuit State)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184648"/>
            <a:ext cx="12801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5184648"/>
            <a:ext cx="36576" cy="63093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5257800"/>
            <a:ext cx="11612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L6 – 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5184648"/>
            <a:ext cx="21945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83080" y="5257800"/>
            <a:ext cx="20756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GameLevel (Panel)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39" y="5184648"/>
            <a:ext cx="402336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69079" y="5257800"/>
            <a:ext cx="3904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Level6_FinalGate.cs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5184648"/>
            <a:ext cx="3611880" cy="63093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83879" y="5257800"/>
            <a:ext cx="34930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Temperature Sensor
(Heat Detection)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Arduino-Integration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Asynchrone Hardware-Kommunikation — sicher &amp; robuste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33172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331720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FC4"/>
                </a:solidFill>
              </a:rPr>
              <a:t>Arduino
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233172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417320"/>
            <a:ext cx="2331720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5270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Background
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417320"/>
            <a:ext cx="233172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1417320"/>
            <a:ext cx="2331720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15270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9D353"/>
                </a:solidFill>
              </a:rPr>
              <a:t>ConcurrentQueue
(thread-safe)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417320"/>
            <a:ext cx="233172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417320"/>
            <a:ext cx="2331720" cy="5029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15270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C040"/>
                </a:solidFill>
              </a:rPr>
              <a:t>Unity Main Thread
Update()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06040"/>
            <a:ext cx="5577840" cy="2331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606040"/>
            <a:ext cx="41148" cy="233172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70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FC4"/>
                </a:solidFill>
              </a:rPr>
              <a:t>Nachrichten-Format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PC → Arduino: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9D353"/>
                </a:solidFill>
              </a:rPr>
              <a:t>0x01 "TRIGGER\n"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Arduino → PC: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8A6FF"/>
                </a:solidFill>
              </a:rPr>
              <a:t>0x10 "HUMIDITY:72\n"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69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Text-Format: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0C040"/>
                </a:solidFill>
              </a:rPr>
              <a:t>"KEY:5" | "HUMIDITY:72" | "COLOR:RED" | "TEMP:65"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606040"/>
            <a:ext cx="5486400" cy="2331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606040"/>
            <a:ext cx="41148" cy="2331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670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Command IDs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063240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081528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Ping / Keep-Alive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374136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33924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392424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Humidity Sensor (L2)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685032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370332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70332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Joystick Direction (L2)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995928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401421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014216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Color Sensor (L3)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306824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81928" y="43251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32511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Breadboard State (L5)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617720"/>
            <a:ext cx="530352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463600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0x60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636008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Temperature Sensor (L6)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166360"/>
            <a:ext cx="2834640" cy="14630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166360"/>
            <a:ext cx="2834640" cy="4572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30352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Kein Blocking-Read
im Main Thread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5166360"/>
            <a:ext cx="2834640" cy="14630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0" y="5166360"/>
            <a:ext cx="2834640" cy="4572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530352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Timeout + Auto-
Reconnect Logik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166360"/>
            <a:ext cx="2834640" cy="14630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5166360"/>
            <a:ext cx="2834640" cy="4572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30352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Arduino-Fallback:
Keyboard/Mouse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5166360"/>
            <a:ext cx="2834640" cy="146304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35440" y="5166360"/>
            <a:ext cx="2834640" cy="4572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530352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Hex-Protokoll mit
1-Byte Command-ID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Coding Standards &amp; Leitlinien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Einheitliche Qualität, Wartbarkeit und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486400" cy="5230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41148" cy="52303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D353"/>
                </a:solidFill>
              </a:rPr>
              <a:t>Design-Prinzipien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256032" cy="2560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9476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Single Responsibility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311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Ein MonoBehaviour = eine Aufgabe.
Keine God-Objects.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256032" cy="2560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843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Event-Driven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127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Action / UnityEvent statt direkter Referenzen.
Kopplung minimieren.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30752"/>
            <a:ext cx="256032" cy="2560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373989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Kein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23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Update() nur wenn nötig.
Events, Coroutines und Trigger bevorzugen.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26864"/>
            <a:ext cx="256032" cy="2560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46360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6268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Caching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919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GetComponent&lt;&gt;() in Awake/Start cachen.
Nie in Update() aufrufen.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22976"/>
            <a:ext cx="256032" cy="25603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5532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5229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Puzzle O(n)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81558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Validierungsschleifen maximal O(n).
n ist stets ≤ 10.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417320"/>
            <a:ext cx="5504688" cy="2423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1417320"/>
            <a:ext cx="41148" cy="2423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</a:rPr>
              <a:t>Naming Conventions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938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Scripts: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938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PascalCase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Level Scripts: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Level{N}_{Description}.cs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633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Editor Builder: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2633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Build{LevelName}.cs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809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Arduino: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29809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Assets/Scripts/Arduino/ArduinoBridge.cs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328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Tests: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33284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Assets/Tests/EditMode/ &amp; PlayMode/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041648"/>
            <a:ext cx="5504688" cy="2606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4041648"/>
            <a:ext cx="41148" cy="260604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1056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C4"/>
                </a:solidFill>
              </a:rPr>
              <a:t>Arduino-Regeln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72000"/>
            <a:ext cx="256032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458114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D1117"/>
                </a:solidFill>
              </a:rPr>
              <a:t>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Background Thread für Serial Reads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919472"/>
            <a:ext cx="256032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4928616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D1117"/>
                </a:solidFill>
              </a:rPr>
              <a:t>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4919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Timeout + Reconnect Logik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266944"/>
            <a:ext cx="256032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5276088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0D1117"/>
                </a:solidFill>
              </a:rPr>
              <a:t>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266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Hex Command-ID Prefix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32520" y="4572000"/>
            <a:ext cx="347472" cy="20116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0808" y="4581144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DON'T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SerialPort.Read() im Main Thread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32520" y="4919472"/>
            <a:ext cx="347472" cy="20116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50808" y="4928616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DON'T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4919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Update() für Hardware warten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5266944"/>
            <a:ext cx="347472" cy="20116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0808" y="5276088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DON'T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62288" y="5266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Blocking Reads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Test-Driven Development &amp;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Jede Logikkomponente braucht Tests — keine Ausnahmen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</a:rPr>
              <a:t>EditMode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93392"/>
            <a:ext cx="33832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Pure Puzzle-Logik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Code-Parsing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3697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Zustandsmaschinen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Kein Unity-Lifecycle nötig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Schnell &amp; deterministisch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417320"/>
            <a:ext cx="3749039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417320"/>
            <a:ext cx="3749039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▶️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9D353"/>
                </a:solidFill>
              </a:rPr>
              <a:t>PlayMode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993392"/>
            <a:ext cx="33832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Coroutine-Flows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70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Scene Transitions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3697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UI-Interaktion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Vollständiger Unity-Lifecycle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7083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NPC-Dialog-Callbacks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417320"/>
            <a:ext cx="3749039" cy="3657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1417320"/>
            <a:ext cx="3749039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1536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FC4"/>
                </a:solidFill>
              </a:rPr>
              <a:t>Hardware-Fallback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993392"/>
            <a:ext cx="33832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Arduino disconnect simulieren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670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Keyboard/Mouse Fallback prüfen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3697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arduinoFallback = true
als SerializeField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039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9D1D9"/>
                </a:solidFill>
              </a:rPr>
              <a:t>▸  Graceful Degradation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12080"/>
            <a:ext cx="11612880" cy="1444752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212080"/>
            <a:ext cx="11612880" cy="45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760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040"/>
                </a:solidFill>
              </a:rPr>
              <a:t>Mindest-Testabdeckung pro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87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✅ Correct 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167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CompleteCurrentLevel() wird korrekt aufgerufen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687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❌ Wrong 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60167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State wird zurückgesetzt, kein Level-Advance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687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🔌 Arduino Disconnect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0167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Graceful Degradation, Fallback auf Keyboard/Mouse aktiv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GDD → Implementierung: Offene Punkte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Priorisierte Lücken zwischen Game Design Document und aktuellem 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466344" cy="3657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472184"/>
            <a:ext cx="39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4123944" cy="3657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472184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GDD-Anforderung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417320"/>
            <a:ext cx="4581144" cy="3657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3" y="1472184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Aktueller Stand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38360" y="1417320"/>
            <a:ext cx="2020824" cy="365760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3224" y="1472184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53"/>
                </a:solidFill>
              </a:rPr>
              <a:t>Priorität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4663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1828800"/>
            <a:ext cx="41239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828800"/>
            <a:ext cx="45811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38360" y="1828800"/>
            <a:ext cx="202082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1901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C5C"/>
                </a:solidFill>
              </a:rPr>
              <a:t>G-01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1874519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L1: Hex-Code 66A auf Decke sichtbar → Decode zu 1642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1874519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Code korrekt implementiert, aber kein Decken-Objekt in-world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93224" y="1993392"/>
            <a:ext cx="1645920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2002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42032"/>
            <a:ext cx="4663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2542032"/>
            <a:ext cx="41239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2542032"/>
            <a:ext cx="45811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2542032"/>
            <a:ext cx="202082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261518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C5C"/>
                </a:solidFill>
              </a:rPr>
              <a:t>G-02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2587752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L2: Joshi NPC Narration, nicht Big Yahu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3" y="2587752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Level2_DustWall.cs nutzt BigYahuDialogSystem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93224" y="2706624"/>
            <a:ext cx="1645920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224" y="2715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55264"/>
            <a:ext cx="4663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3255264"/>
            <a:ext cx="41239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3255264"/>
            <a:ext cx="45811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3255264"/>
            <a:ext cx="202082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332841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C5C"/>
                </a:solidFill>
              </a:rPr>
              <a:t>G-03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3300984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L2: Joystick-Kombo ↑↑↓↓ öffnet Tür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9783" y="3300984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Kein Directional-Puzzle; versteckte Nummer wird angezeigt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3224" y="3419856"/>
            <a:ext cx="1645920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34290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968496"/>
            <a:ext cx="4663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" y="3968496"/>
            <a:ext cx="41239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3968496"/>
            <a:ext cx="45811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38360" y="3968496"/>
            <a:ext cx="202082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59" y="40416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C040"/>
                </a:solidFill>
              </a:rPr>
              <a:t>G-04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" y="4014215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L3: Helios NPC + Buch-Auswahl (Bibel wählen)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783" y="4014215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Kein Buch-Auswahl-Mechanismus; Big Yahu spricht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93224" y="4133087"/>
            <a:ext cx="1645920" cy="2926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93224" y="41422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MEDIUM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681728"/>
            <a:ext cx="4663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" y="4681728"/>
            <a:ext cx="41239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74920" y="4681728"/>
            <a:ext cx="458114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38360" y="4681728"/>
            <a:ext cx="2020824" cy="67665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59" y="47548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C040"/>
                </a:solidFill>
              </a:rPr>
              <a:t>G-05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" y="4727448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L3: Farbsequenz via Arduino (Sensor an Code halten)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783" y="4727448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Nur Mausklick-Buttons; kein Arduino-Pfad implementiert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93224" y="4846320"/>
            <a:ext cx="1645920" cy="2926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93224" y="4855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MEDIUM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394960"/>
            <a:ext cx="4663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8680" y="5394960"/>
            <a:ext cx="41239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4920" y="5394960"/>
            <a:ext cx="458114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38360" y="5394960"/>
            <a:ext cx="2020824" cy="676656"/>
          </a:xfrm>
          <a:prstGeom prst="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59" y="546811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8A6FF"/>
                </a:solidFill>
              </a:rPr>
              <a:t>G-06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" y="5440680"/>
            <a:ext cx="40507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9D1D9"/>
                </a:solidFill>
              </a:rPr>
              <a:t>L6: Bunsenbrenner / Föhn Metapher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9783" y="5440680"/>
            <a:ext cx="45079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Generisches Heat-Button UI ohne Metapher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93224" y="5559552"/>
            <a:ext cx="164592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93224" y="5568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Git Workflow &amp; Definition of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Verbindliche Qualitätsgates vor jedem Commit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81328"/>
            <a:ext cx="22402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2240280" cy="502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79" y="1572768"/>
            <a:ext cx="320040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727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git 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042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Immer zuerst
Stand holen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29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481328"/>
            <a:ext cx="22402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481328"/>
            <a:ext cx="2240280" cy="5029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572768"/>
            <a:ext cx="320040" cy="3200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5727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57276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042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Feature /
Bugfix umsetzen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481328"/>
            <a:ext cx="22402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481328"/>
            <a:ext cx="2240280" cy="50292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1572768"/>
            <a:ext cx="320040" cy="32004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5727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157276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git add
&lt;files&gt;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23042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Nur spezifische
Dateien stagen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029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1481328"/>
            <a:ext cx="22402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481328"/>
            <a:ext cx="2240280" cy="5029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572768"/>
            <a:ext cx="320040" cy="3200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5727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57276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git commit
-m "type(scope):
…"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3042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Commit-Format
einhalten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029968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49E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1481328"/>
            <a:ext cx="224028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29800" y="1481328"/>
            <a:ext cx="2240280" cy="5029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21240" y="1572768"/>
            <a:ext cx="320040" cy="3200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15727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1572768"/>
            <a:ext cx="16642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git push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3042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Branch auf
Remote schieben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154680"/>
            <a:ext cx="539496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154680"/>
            <a:ext cx="41148" cy="1920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218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C040"/>
                </a:solidFill>
              </a:rPr>
              <a:t>Commit-Format: type(scope): description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Types: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3657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feat  fix  refactor  test  docs  chore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965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Scopes: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40965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Level1–Level6  Arduino  GameManager  UI  NPC  Editor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</a:rPr>
              <a:t>Beispiel: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45354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feat(Level3): Helios NPC + Buch-Auswahl implementiert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3154680"/>
            <a:ext cx="5550408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3154680"/>
            <a:ext cx="41148" cy="19202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218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D353"/>
                </a:solidFill>
              </a:rPr>
              <a:t>Definition of Done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657600"/>
            <a:ext cx="201168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366674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36484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Feature funktioniert im Play Mode (manueller Test)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931920"/>
            <a:ext cx="201168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3941063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39227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Unit/Play Tests bestehen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4206240"/>
            <a:ext cx="201168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4215383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088" y="41970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Keine neuen Compiler-Warnungen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4480560"/>
            <a:ext cx="201168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5624" y="448970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44714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Commit mit korrektem Format gepusht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4754880"/>
            <a:ext cx="201168" cy="20116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4764024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117"/>
                </a:solidFill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47457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GDD-Gap geschlossen (falls zutreffend)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230368"/>
            <a:ext cx="11612880" cy="1417320"/>
          </a:xfrm>
          <a:prstGeom prst="rect">
            <a:avLst/>
          </a:prstGeom>
          <a:solidFill>
            <a:srgbClr val="1C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5230368"/>
            <a:ext cx="11612880" cy="411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53218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C040"/>
                </a:solidFill>
              </a:rPr>
              <a:t>⚠  Kein Squash-and-Forget — jede abgeschlossene Aufgabe erhält einen eigenen Commit.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6875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D1D9"/>
                </a:solidFill>
              </a:rPr>
              <a:t>Niemals `git add -A` oder -A Flag — um versehentliche .env / Binary-Commits zu vermeiden.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Nächste Schritte &amp; Sprint-Roadmap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41248"/>
            <a:ext cx="11430000" cy="228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Priorisierter Entwicklungsplan in drei Phasen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7772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117"/>
                </a:solidFill>
              </a:rPr>
              <a:t>Level 1 &amp; 2 HIGH-Gaps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3172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36576" cy="13716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502920" cy="5029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46887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Blanket-Hint Objekt
in 3D-Welt platzieren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79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40479"/>
            <a:ext cx="36576" cy="13716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50207"/>
            <a:ext cx="502920" cy="5029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502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97763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Joshi NPC Narration
statt Big Yahu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34924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349240"/>
            <a:ext cx="36576" cy="13716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458968"/>
            <a:ext cx="502920" cy="5029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486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Joystick-Kombo ↑↑↓↓
als Rätsel implementieren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1417320"/>
            <a:ext cx="3749039" cy="777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SPRINT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18105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117"/>
                </a:solidFill>
              </a:rPr>
              <a:t>Level 3 erweitern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233172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9392" y="2331720"/>
            <a:ext cx="36576" cy="1371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6552" y="2441448"/>
            <a:ext cx="502920" cy="502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2441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46887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Helios NPC +
Buch-Auswahl (Bibel)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3840479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3840479"/>
            <a:ext cx="36576" cy="1371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6552" y="3950207"/>
            <a:ext cx="502920" cy="502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39502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97763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Arduino Color Sensor
Path integrieren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9392" y="534924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9392" y="5349240"/>
            <a:ext cx="36576" cy="1371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16552" y="5458968"/>
            <a:ext cx="502920" cy="502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16552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86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Color Sequence UI
via Hardware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1417320"/>
            <a:ext cx="3749039" cy="7772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5904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117"/>
                </a:solidFill>
              </a:rPr>
              <a:t>SPRINT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18105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1117"/>
                </a:solidFill>
              </a:rPr>
              <a:t>Politur &amp; Release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233172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38744" y="2331720"/>
            <a:ext cx="36576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5904" y="2441448"/>
            <a:ext cx="502920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2441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G-06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2" y="246887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L6 Bunsenbrenner-
Metapher verbessern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38744" y="3840479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38744" y="3840479"/>
            <a:ext cx="36576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75904" y="3950207"/>
            <a:ext cx="502920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39502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QA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3977639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Regression Tests
für alle Level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38744" y="5349240"/>
            <a:ext cx="3749039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38744" y="5349240"/>
            <a:ext cx="36576" cy="13716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75904" y="5458968"/>
            <a:ext cx="502920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75904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</a:rPr>
              <a:t>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5486400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D1D9"/>
                </a:solidFill>
              </a:rPr>
              <a:t>Build vorbereiten
&amp; File Hygiene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492240"/>
            <a:ext cx="11612880" cy="457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6455664"/>
            <a:ext cx="54864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5C5C"/>
                </a:solidFill>
              </a:rPr>
              <a:t>Sprint 1
~2 Wochen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16552" y="6455664"/>
            <a:ext cx="54864" cy="54864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64739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C040"/>
                </a:solidFill>
              </a:rPr>
              <a:t>Sprint 2
~2 Wochen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75904" y="6455664"/>
            <a:ext cx="54864" cy="54864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85632" y="64739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9D353"/>
                </a:solidFill>
              </a:rPr>
              <a:t>Sprint 3
~1 Woche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